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三年產量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產量（公斤）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2024</c:v>
                </c:pt>
                <c:pt idx="1">
                  <c:v>2025</c:v>
                </c:pt>
                <c:pt idx="2">
                  <c:v>2026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1200</c:v>
                </c:pt>
                <c:pt idx="1">
                  <c:v>1800</c:v>
                </c:pt>
                <c:pt idx="2">
                  <c:v>2600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開場先介紹自己，十二年種植經驗。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這頁強調：以前一天要花一小時對帳。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藍帶無花果管理系統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完全體 V5.1 簡介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要解決的問題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紙本紀錄容易遺失</a:t>
            </a:r>
          </a:p>
          <a:p>
            <a:r>
              <a:t>六個分區工作難追蹤</a:t>
            </a:r>
          </a:p>
          <a:p>
            <a:r>
              <a:t>產能無法即時掌握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權限管理與雙版本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457200">
                <a:tc>
                  <a:txBody>
                    <a:bodyPr/>
                    <a:lstStyle/>
                    <a:p>
                      <a:r>
                        <a:t>角色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權限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主人 A01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全部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t>員工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依功能表 2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4" name="Picture 3" descr="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4572000"/>
            <a:ext cx="182880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產能成長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